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Job Finder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PHP MySQL Free Source Code</a:t>
            </a:r>
          </a:p>
          <a:p>
            <a:r>
              <a:t>Your Name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Online Job Finder System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innovative platform designed to connect job seekers with employers, providing an efficient and user-friendly job search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Job Finder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Advanced Search Filters</a:t>
            </a:r>
          </a:p>
          <a:p>
            <a:r>
              <a:t>2. Real-Time Job Updates</a:t>
            </a:r>
          </a:p>
          <a:p>
            <a:r>
              <a:t>3. Interactive Job Map</a:t>
            </a:r>
          </a:p>
          <a:p>
            <a:r>
              <a:t>4. Employer Profiles and Reviews</a:t>
            </a:r>
          </a:p>
          <a:p>
            <a:r>
              <a:t>5. Mobile-Friendly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Revolutionizing Your Job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Exploring how the Online Job Finder System enhances the job search process through innovative features and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Online Job Finder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Advanced Search Filters</a:t>
            </a:r>
          </a:p>
          <a:p>
            <a:r>
              <a:t>2. Real-Time Job Updates</a:t>
            </a:r>
          </a:p>
          <a:p>
            <a:r>
              <a:t>3. Interactive Job Map</a:t>
            </a:r>
          </a:p>
          <a:p>
            <a:r>
              <a:t>4. Employer Profiles and Reviews</a:t>
            </a:r>
          </a:p>
          <a:p>
            <a:r>
              <a:t>5. Mobile-Friendly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 with the Online Job Finder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Create Your Profile</a:t>
            </a:r>
          </a:p>
          <a:p>
            <a:r>
              <a:t>Step 2: Explore Job Listings</a:t>
            </a:r>
          </a:p>
          <a:p>
            <a:r>
              <a:t>Step 3: Apply to Jobs</a:t>
            </a:r>
          </a:p>
          <a:p>
            <a:r>
              <a:t>Step 4: Network and Connect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Job Finder System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Illustrates the workflow of the system from job posting to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Job Finder System 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Entity-Relationship Diagram showing the database structure and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PHP, MySQL, HTML, CSS, JavaScript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the Online Job Finder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Download the source code</a:t>
            </a:r>
          </a:p>
          <a:p>
            <a:r>
              <a:t>2. Set up the database in MySQL</a:t>
            </a:r>
          </a:p>
          <a:p>
            <a:r>
              <a:t>3. Configure PHP settings</a:t>
            </a:r>
          </a:p>
          <a:p>
            <a:r>
              <a:t>4. Launch the application in your browser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demonstration of the Online Job Finder System, showcasing its features and functionalities.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Online Job Finder System streamlines the job search process, making it easier for job seekers to find opportunities and for employers to connect with candidates.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