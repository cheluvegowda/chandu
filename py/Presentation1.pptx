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9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A78A3-CB76-4B95-8F98-028DBB95D6B2}" type="datetimeFigureOut">
              <a:rPr lang="en-IN" smtClean="0"/>
              <a:t>11-02-2025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A38313-DD42-402A-B2B3-100EE1340DEF}" type="slidenum">
              <a:rPr lang="en-IN" smtClean="0"/>
              <a:t>‹#›</a:t>
            </a:fld>
            <a:endParaRPr lang="en-IN"/>
          </a:p>
        </p:txBody>
      </p:sp>
    </p:spTree>
    <p:extLst>
      <p:ext uri="{BB962C8B-B14F-4D97-AF65-F5344CB8AC3E}">
        <p14:creationId xmlns:p14="http://schemas.microsoft.com/office/powerpoint/2010/main" val="359478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1263-6ECC-F18A-AAA3-64FA85BC1E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BBEF1D-F24F-1A1C-7C11-8687CAF123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F0EEB6-C19C-1954-4EA9-491DED0B005B}"/>
              </a:ext>
            </a:extLst>
          </p:cNvPr>
          <p:cNvSpPr>
            <a:spLocks noGrp="1"/>
          </p:cNvSpPr>
          <p:nvPr>
            <p:ph type="dt" sz="half" idx="10"/>
          </p:nvPr>
        </p:nvSpPr>
        <p:spPr/>
        <p:txBody>
          <a:bodyPr/>
          <a:lstStyle/>
          <a:p>
            <a:fld id="{1C7269C0-F7B2-44C9-BBCC-833EB7696A36}" type="datetime1">
              <a:rPr lang="en-IN" smtClean="0"/>
              <a:t>11-02-2025</a:t>
            </a:fld>
            <a:endParaRPr lang="en-IN"/>
          </a:p>
        </p:txBody>
      </p:sp>
      <p:sp>
        <p:nvSpPr>
          <p:cNvPr id="5" name="Footer Placeholder 4">
            <a:extLst>
              <a:ext uri="{FF2B5EF4-FFF2-40B4-BE49-F238E27FC236}">
                <a16:creationId xmlns:a16="http://schemas.microsoft.com/office/drawing/2014/main" id="{0673B3B6-B854-81B2-8F0F-4AD7A7722F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362B01-8AE5-3221-0BF9-30E5637715C4}"/>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182451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A133-5D7E-F4D5-24BE-491EDBFA63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B41CEB-B765-ADD6-EE17-7E302848F1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BF39C9-62C0-498D-7F99-119132BDED6C}"/>
              </a:ext>
            </a:extLst>
          </p:cNvPr>
          <p:cNvSpPr>
            <a:spLocks noGrp="1"/>
          </p:cNvSpPr>
          <p:nvPr>
            <p:ph type="dt" sz="half" idx="10"/>
          </p:nvPr>
        </p:nvSpPr>
        <p:spPr/>
        <p:txBody>
          <a:bodyPr/>
          <a:lstStyle/>
          <a:p>
            <a:fld id="{1939403F-0BF0-4200-B527-FF8D7F6ECFA1}" type="datetime1">
              <a:rPr lang="en-IN" smtClean="0"/>
              <a:t>11-02-2025</a:t>
            </a:fld>
            <a:endParaRPr lang="en-IN"/>
          </a:p>
        </p:txBody>
      </p:sp>
      <p:sp>
        <p:nvSpPr>
          <p:cNvPr id="5" name="Footer Placeholder 4">
            <a:extLst>
              <a:ext uri="{FF2B5EF4-FFF2-40B4-BE49-F238E27FC236}">
                <a16:creationId xmlns:a16="http://schemas.microsoft.com/office/drawing/2014/main" id="{45A2F009-8B1F-3EF6-F25C-D828776417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622F91-6DDE-0FBE-E906-622577444E88}"/>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2174359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B7AAE-2D1D-F37D-EF77-8BCEC42F0B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38F120-19CD-42CC-1A8A-7A6CA8E6E9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250B0A-E90A-2AD5-16CA-36EEA13692D9}"/>
              </a:ext>
            </a:extLst>
          </p:cNvPr>
          <p:cNvSpPr>
            <a:spLocks noGrp="1"/>
          </p:cNvSpPr>
          <p:nvPr>
            <p:ph type="dt" sz="half" idx="10"/>
          </p:nvPr>
        </p:nvSpPr>
        <p:spPr/>
        <p:txBody>
          <a:bodyPr/>
          <a:lstStyle/>
          <a:p>
            <a:fld id="{6616B907-6571-4416-ADA1-33ED679B1C69}" type="datetime1">
              <a:rPr lang="en-IN" smtClean="0"/>
              <a:t>11-02-2025</a:t>
            </a:fld>
            <a:endParaRPr lang="en-IN"/>
          </a:p>
        </p:txBody>
      </p:sp>
      <p:sp>
        <p:nvSpPr>
          <p:cNvPr id="5" name="Footer Placeholder 4">
            <a:extLst>
              <a:ext uri="{FF2B5EF4-FFF2-40B4-BE49-F238E27FC236}">
                <a16:creationId xmlns:a16="http://schemas.microsoft.com/office/drawing/2014/main" id="{3C18F99E-74F9-9467-D2C5-75980A44E9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F34207-96D4-4C94-6FB0-901C3D1B4B0A}"/>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851336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A0E6-CD60-6C4E-B468-FAEE5172E3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ECFCB7-BD8C-18A0-4389-73FF5C9865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EBBEBB-586A-3FF9-0233-D6073CAE49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CC6247-1676-2256-A654-57E4277D4E00}"/>
              </a:ext>
            </a:extLst>
          </p:cNvPr>
          <p:cNvSpPr>
            <a:spLocks noGrp="1"/>
          </p:cNvSpPr>
          <p:nvPr>
            <p:ph type="dt" sz="half" idx="10"/>
          </p:nvPr>
        </p:nvSpPr>
        <p:spPr/>
        <p:txBody>
          <a:bodyPr/>
          <a:lstStyle/>
          <a:p>
            <a:fld id="{9A43A0FF-4D4F-4A5F-9631-DFE34225A45B}" type="datetime1">
              <a:rPr lang="en-IN" smtClean="0"/>
              <a:t>11-02-2025</a:t>
            </a:fld>
            <a:endParaRPr lang="en-IN"/>
          </a:p>
        </p:txBody>
      </p:sp>
      <p:sp>
        <p:nvSpPr>
          <p:cNvPr id="6" name="Footer Placeholder 5">
            <a:extLst>
              <a:ext uri="{FF2B5EF4-FFF2-40B4-BE49-F238E27FC236}">
                <a16:creationId xmlns:a16="http://schemas.microsoft.com/office/drawing/2014/main" id="{5234F56D-C9F1-14E3-5AB5-27C367C66C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CDE66F-F205-3C1B-4BB8-07F7CEC49540}"/>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3489735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8D518-1CB3-DF72-2390-545CC28D22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988BD3-8C17-AD00-B1C1-2A5F40472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784B11-B388-2AAF-A0A3-F3D5472AB5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DF6FCF3-EEDC-C337-DF46-4B18240214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46C4BF-628C-7DFB-4806-B7D86DD608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2CF3F5-0D56-03D9-7FCD-5194C5DAD3D0}"/>
              </a:ext>
            </a:extLst>
          </p:cNvPr>
          <p:cNvSpPr>
            <a:spLocks noGrp="1"/>
          </p:cNvSpPr>
          <p:nvPr>
            <p:ph type="dt" sz="half" idx="10"/>
          </p:nvPr>
        </p:nvSpPr>
        <p:spPr/>
        <p:txBody>
          <a:bodyPr/>
          <a:lstStyle/>
          <a:p>
            <a:fld id="{A0991AD3-892D-4FEE-8AB4-D643BBBDEF03}" type="datetime1">
              <a:rPr lang="en-IN" smtClean="0"/>
              <a:t>11-02-2025</a:t>
            </a:fld>
            <a:endParaRPr lang="en-IN"/>
          </a:p>
        </p:txBody>
      </p:sp>
      <p:sp>
        <p:nvSpPr>
          <p:cNvPr id="8" name="Footer Placeholder 7">
            <a:extLst>
              <a:ext uri="{FF2B5EF4-FFF2-40B4-BE49-F238E27FC236}">
                <a16:creationId xmlns:a16="http://schemas.microsoft.com/office/drawing/2014/main" id="{796518E2-EB68-BBCC-C022-50974FCA46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8A82A8-2D74-BB10-409C-BB8405E2AEDB}"/>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1610841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69A63-9F76-4E66-7479-6EFD11EE07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D4E47F-E877-349E-50EE-D468754CAB50}"/>
              </a:ext>
            </a:extLst>
          </p:cNvPr>
          <p:cNvSpPr>
            <a:spLocks noGrp="1"/>
          </p:cNvSpPr>
          <p:nvPr>
            <p:ph type="dt" sz="half" idx="10"/>
          </p:nvPr>
        </p:nvSpPr>
        <p:spPr/>
        <p:txBody>
          <a:bodyPr/>
          <a:lstStyle/>
          <a:p>
            <a:fld id="{1C08A749-81E4-4C0A-B29E-3FBCEAA44EA8}" type="datetime1">
              <a:rPr lang="en-IN" smtClean="0"/>
              <a:t>11-02-2025</a:t>
            </a:fld>
            <a:endParaRPr lang="en-IN"/>
          </a:p>
        </p:txBody>
      </p:sp>
      <p:sp>
        <p:nvSpPr>
          <p:cNvPr id="4" name="Footer Placeholder 3">
            <a:extLst>
              <a:ext uri="{FF2B5EF4-FFF2-40B4-BE49-F238E27FC236}">
                <a16:creationId xmlns:a16="http://schemas.microsoft.com/office/drawing/2014/main" id="{F64B2DEC-F7B6-C9A5-E1F5-E5103822DE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455ACAB-3C0E-E3A7-5527-0B59DAA520C9}"/>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442568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31CAB3-36F2-D06C-715A-29A4DA9DDCE8}"/>
              </a:ext>
            </a:extLst>
          </p:cNvPr>
          <p:cNvSpPr>
            <a:spLocks noGrp="1"/>
          </p:cNvSpPr>
          <p:nvPr>
            <p:ph type="dt" sz="half" idx="10"/>
          </p:nvPr>
        </p:nvSpPr>
        <p:spPr/>
        <p:txBody>
          <a:bodyPr/>
          <a:lstStyle/>
          <a:p>
            <a:fld id="{9686E80E-45DC-4515-B968-23E26B662FEF}" type="datetime1">
              <a:rPr lang="en-IN" smtClean="0"/>
              <a:t>11-02-2025</a:t>
            </a:fld>
            <a:endParaRPr lang="en-IN"/>
          </a:p>
        </p:txBody>
      </p:sp>
      <p:sp>
        <p:nvSpPr>
          <p:cNvPr id="3" name="Footer Placeholder 2">
            <a:extLst>
              <a:ext uri="{FF2B5EF4-FFF2-40B4-BE49-F238E27FC236}">
                <a16:creationId xmlns:a16="http://schemas.microsoft.com/office/drawing/2014/main" id="{735904D1-D2E0-CAB1-F78E-0A4F43CB6B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3AAAD7-832D-5FBD-AAC3-B72408F39D6D}"/>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2757048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A5057-3E90-7ED0-2BE3-CA69518E68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C9FFC4-483D-E98D-E262-D9FE3239B4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060563-37D8-9796-4D5F-820BD3A801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6BC674-5C64-F361-AB3E-5C10A09F5BF5}"/>
              </a:ext>
            </a:extLst>
          </p:cNvPr>
          <p:cNvSpPr>
            <a:spLocks noGrp="1"/>
          </p:cNvSpPr>
          <p:nvPr>
            <p:ph type="dt" sz="half" idx="10"/>
          </p:nvPr>
        </p:nvSpPr>
        <p:spPr/>
        <p:txBody>
          <a:bodyPr/>
          <a:lstStyle/>
          <a:p>
            <a:fld id="{1D8897AA-C70B-4B39-9377-039BB71ADA7F}" type="datetime1">
              <a:rPr lang="en-IN" smtClean="0"/>
              <a:t>11-02-2025</a:t>
            </a:fld>
            <a:endParaRPr lang="en-IN"/>
          </a:p>
        </p:txBody>
      </p:sp>
      <p:sp>
        <p:nvSpPr>
          <p:cNvPr id="6" name="Footer Placeholder 5">
            <a:extLst>
              <a:ext uri="{FF2B5EF4-FFF2-40B4-BE49-F238E27FC236}">
                <a16:creationId xmlns:a16="http://schemas.microsoft.com/office/drawing/2014/main" id="{D55FB613-D8A4-AA41-E178-F9D5271F6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DA9187-8E31-A234-2ECE-2CF3CE729CD7}"/>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488613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833-9E6C-C0FD-086A-B1BFDAD02A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9F24EF-801A-E57D-24D9-F36ADD705A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C94DBA5-37AB-7E3B-FBD0-78689B99B6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B8A60B-B544-7BDD-22EE-698C33F135D7}"/>
              </a:ext>
            </a:extLst>
          </p:cNvPr>
          <p:cNvSpPr>
            <a:spLocks noGrp="1"/>
          </p:cNvSpPr>
          <p:nvPr>
            <p:ph type="dt" sz="half" idx="10"/>
          </p:nvPr>
        </p:nvSpPr>
        <p:spPr/>
        <p:txBody>
          <a:bodyPr/>
          <a:lstStyle/>
          <a:p>
            <a:fld id="{B6E6F98A-4486-4165-BC77-A446A53ED643}" type="datetime1">
              <a:rPr lang="en-IN" smtClean="0"/>
              <a:t>11-02-2025</a:t>
            </a:fld>
            <a:endParaRPr lang="en-IN"/>
          </a:p>
        </p:txBody>
      </p:sp>
      <p:sp>
        <p:nvSpPr>
          <p:cNvPr id="6" name="Footer Placeholder 5">
            <a:extLst>
              <a:ext uri="{FF2B5EF4-FFF2-40B4-BE49-F238E27FC236}">
                <a16:creationId xmlns:a16="http://schemas.microsoft.com/office/drawing/2014/main" id="{6117C08A-E692-63EC-F03F-B4D972C51F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612870-0509-7321-38EB-274959B920A7}"/>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680791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92C0-B748-5E7F-C2A4-54AC3DEA7F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C4F553-CED9-C2AC-541F-7584784684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B81A1F-4F3F-2889-236A-0A89D91BAB00}"/>
              </a:ext>
            </a:extLst>
          </p:cNvPr>
          <p:cNvSpPr>
            <a:spLocks noGrp="1"/>
          </p:cNvSpPr>
          <p:nvPr>
            <p:ph type="dt" sz="half" idx="10"/>
          </p:nvPr>
        </p:nvSpPr>
        <p:spPr/>
        <p:txBody>
          <a:bodyPr/>
          <a:lstStyle/>
          <a:p>
            <a:fld id="{20FCAB2E-3196-4500-B621-5E8A73846ABC}" type="datetime1">
              <a:rPr lang="en-IN" smtClean="0"/>
              <a:t>11-02-2025</a:t>
            </a:fld>
            <a:endParaRPr lang="en-IN"/>
          </a:p>
        </p:txBody>
      </p:sp>
      <p:sp>
        <p:nvSpPr>
          <p:cNvPr id="5" name="Footer Placeholder 4">
            <a:extLst>
              <a:ext uri="{FF2B5EF4-FFF2-40B4-BE49-F238E27FC236}">
                <a16:creationId xmlns:a16="http://schemas.microsoft.com/office/drawing/2014/main" id="{175F2032-0999-FE1A-D82B-D7B12B9373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F55582-5FF2-A218-D338-3F2F58DE8095}"/>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3222118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580F85-A93A-AD8E-369F-EC310AD09A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93B884-F774-CE10-B9ED-021601B660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6EDB43-3557-F290-5250-A45A0E52F005}"/>
              </a:ext>
            </a:extLst>
          </p:cNvPr>
          <p:cNvSpPr>
            <a:spLocks noGrp="1"/>
          </p:cNvSpPr>
          <p:nvPr>
            <p:ph type="dt" sz="half" idx="10"/>
          </p:nvPr>
        </p:nvSpPr>
        <p:spPr/>
        <p:txBody>
          <a:bodyPr/>
          <a:lstStyle/>
          <a:p>
            <a:fld id="{807A040E-D548-440E-B512-EF4B3CC5F7BC}" type="datetime1">
              <a:rPr lang="en-IN" smtClean="0"/>
              <a:t>11-02-2025</a:t>
            </a:fld>
            <a:endParaRPr lang="en-IN"/>
          </a:p>
        </p:txBody>
      </p:sp>
      <p:sp>
        <p:nvSpPr>
          <p:cNvPr id="5" name="Footer Placeholder 4">
            <a:extLst>
              <a:ext uri="{FF2B5EF4-FFF2-40B4-BE49-F238E27FC236}">
                <a16:creationId xmlns:a16="http://schemas.microsoft.com/office/drawing/2014/main" id="{A124034E-B14F-F906-FB6F-AFB0CBE514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B0D167-19A7-4136-65FF-BF4ECA7F12E8}"/>
              </a:ext>
            </a:extLst>
          </p:cNvPr>
          <p:cNvSpPr>
            <a:spLocks noGrp="1"/>
          </p:cNvSpPr>
          <p:nvPr>
            <p:ph type="sldNum" sz="quarter" idx="12"/>
          </p:nvPr>
        </p:nvSpPr>
        <p:spPr/>
        <p:txBody>
          <a:bodyPr/>
          <a:lstStyle/>
          <a:p>
            <a:fld id="{F0098904-3CE7-44D0-8008-8C56FAFC702C}" type="slidenum">
              <a:rPr lang="en-IN" smtClean="0"/>
              <a:t>‹#›</a:t>
            </a:fld>
            <a:endParaRPr lang="en-IN"/>
          </a:p>
        </p:txBody>
      </p:sp>
    </p:spTree>
    <p:extLst>
      <p:ext uri="{BB962C8B-B14F-4D97-AF65-F5344CB8AC3E}">
        <p14:creationId xmlns:p14="http://schemas.microsoft.com/office/powerpoint/2010/main" val="2185445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47615C-4963-234D-C222-0ADCE07CCE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771325-7532-25C2-AA52-E249108634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71F180-E338-6B72-5D5A-BCCBD687CB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AC0A3C-8638-4D4D-9285-179C4FDF3960}" type="datetime1">
              <a:rPr lang="en-IN" smtClean="0"/>
              <a:t>11-02-2025</a:t>
            </a:fld>
            <a:endParaRPr lang="en-IN"/>
          </a:p>
        </p:txBody>
      </p:sp>
      <p:sp>
        <p:nvSpPr>
          <p:cNvPr id="5" name="Footer Placeholder 4">
            <a:extLst>
              <a:ext uri="{FF2B5EF4-FFF2-40B4-BE49-F238E27FC236}">
                <a16:creationId xmlns:a16="http://schemas.microsoft.com/office/drawing/2014/main" id="{3E1B194E-5813-3028-849C-E9230CECA9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2DF14C7-F04A-BEE9-D1DD-909542B336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098904-3CE7-44D0-8008-8C56FAFC702C}" type="slidenum">
              <a:rPr lang="en-IN" smtClean="0"/>
              <a:t>‹#›</a:t>
            </a:fld>
            <a:endParaRPr lang="en-IN"/>
          </a:p>
        </p:txBody>
      </p:sp>
    </p:spTree>
    <p:extLst>
      <p:ext uri="{BB962C8B-B14F-4D97-AF65-F5344CB8AC3E}">
        <p14:creationId xmlns:p14="http://schemas.microsoft.com/office/powerpoint/2010/main" val="369691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843ACBF-DBFA-535B-90AA-7B4AC1582D9D}"/>
              </a:ext>
            </a:extLst>
          </p:cNvPr>
          <p:cNvSpPr/>
          <p:nvPr/>
        </p:nvSpPr>
        <p:spPr>
          <a:xfrm>
            <a:off x="0" y="280685"/>
            <a:ext cx="12704618" cy="769441"/>
          </a:xfrm>
          <a:prstGeom prst="rect">
            <a:avLst/>
          </a:prstGeom>
          <a:noFill/>
        </p:spPr>
        <p:txBody>
          <a:bodyPr wrap="square" lIns="91440" tIns="45720" rIns="91440" bIns="45720">
            <a:spAutoFit/>
          </a:bodyPr>
          <a:lstStyle/>
          <a:p>
            <a:pPr algn="ctr"/>
            <a:r>
              <a:rPr lang="en-US" sz="4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GOVT. FIRST GARDE COLLEGE VIJAYANAGARA</a:t>
            </a:r>
          </a:p>
        </p:txBody>
      </p:sp>
      <p:sp>
        <p:nvSpPr>
          <p:cNvPr id="15" name="Rectangle 14">
            <a:extLst>
              <a:ext uri="{FF2B5EF4-FFF2-40B4-BE49-F238E27FC236}">
                <a16:creationId xmlns:a16="http://schemas.microsoft.com/office/drawing/2014/main" id="{EB75642E-576E-31E5-4D71-F98AAB0A58F7}"/>
              </a:ext>
            </a:extLst>
          </p:cNvPr>
          <p:cNvSpPr/>
          <p:nvPr/>
        </p:nvSpPr>
        <p:spPr>
          <a:xfrm>
            <a:off x="392420" y="941596"/>
            <a:ext cx="11919778" cy="769441"/>
          </a:xfrm>
          <a:prstGeom prst="rect">
            <a:avLst/>
          </a:prstGeom>
          <a:noFill/>
        </p:spPr>
        <p:txBody>
          <a:bodyPr wrap="square" lIns="91440" tIns="45720" rIns="91440" bIns="45720">
            <a:spAutoFit/>
          </a:bodyPr>
          <a:lstStyle/>
          <a:p>
            <a:pPr algn="ctr"/>
            <a:r>
              <a:rPr lang="en-IN" sz="4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RPC Layout, Vijayanagar, Banglore-104</a:t>
            </a:r>
          </a:p>
        </p:txBody>
      </p:sp>
      <p:sp>
        <p:nvSpPr>
          <p:cNvPr id="20" name="Rectangle 19">
            <a:extLst>
              <a:ext uri="{FF2B5EF4-FFF2-40B4-BE49-F238E27FC236}">
                <a16:creationId xmlns:a16="http://schemas.microsoft.com/office/drawing/2014/main" id="{C4BDA776-0518-9CF3-E7ED-D7090C6A05C0}"/>
              </a:ext>
            </a:extLst>
          </p:cNvPr>
          <p:cNvSpPr/>
          <p:nvPr/>
        </p:nvSpPr>
        <p:spPr>
          <a:xfrm>
            <a:off x="2212041" y="1711037"/>
            <a:ext cx="8280536" cy="646331"/>
          </a:xfrm>
          <a:prstGeom prst="rect">
            <a:avLst/>
          </a:prstGeom>
          <a:noFill/>
        </p:spPr>
        <p:txBody>
          <a:bodyPr wrap="none" lIns="91440" tIns="45720" rIns="91440" bIns="45720">
            <a:spAutoFit/>
          </a:bodyPr>
          <a:lstStyle/>
          <a:p>
            <a:pPr algn="ctr"/>
            <a:r>
              <a:rPr lang="en-IN" sz="3600" b="1" cap="none" spc="0">
                <a:ln w="9525">
                  <a:solidFill>
                    <a:schemeClr val="bg1"/>
                  </a:solidFill>
                  <a:prstDash val="solid"/>
                </a:ln>
                <a:solidFill>
                  <a:schemeClr val="tx1"/>
                </a:solidFill>
                <a:effectLst>
                  <a:outerShdw blurRad="12700" dist="38100" dir="2700000" algn="tl" rotWithShape="0">
                    <a:schemeClr val="bg1">
                      <a:lumMod val="50000"/>
                    </a:schemeClr>
                  </a:outerShdw>
                </a:effectLst>
              </a:rPr>
              <a:t>DEPARTMENT OF COMPUTER SCIENCE</a:t>
            </a:r>
            <a:endParaRPr lang="en-IN"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6" name="TextBox 25">
            <a:extLst>
              <a:ext uri="{FF2B5EF4-FFF2-40B4-BE49-F238E27FC236}">
                <a16:creationId xmlns:a16="http://schemas.microsoft.com/office/drawing/2014/main" id="{D4DC780F-6091-3C7D-07FD-DA5FFB17A914}"/>
              </a:ext>
            </a:extLst>
          </p:cNvPr>
          <p:cNvSpPr txBox="1"/>
          <p:nvPr/>
        </p:nvSpPr>
        <p:spPr>
          <a:xfrm>
            <a:off x="2919846" y="2551837"/>
            <a:ext cx="6352308" cy="584775"/>
          </a:xfrm>
          <a:prstGeom prst="rect">
            <a:avLst/>
          </a:prstGeom>
          <a:noFill/>
        </p:spPr>
        <p:txBody>
          <a:bodyPr wrap="square">
            <a:spAutoFit/>
          </a:bodyPr>
          <a:lstStyle/>
          <a:p>
            <a:pPr algn="ctr"/>
            <a:r>
              <a:rPr lang="en-IN"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TITLE:</a:t>
            </a:r>
          </a:p>
        </p:txBody>
      </p:sp>
      <p:sp>
        <p:nvSpPr>
          <p:cNvPr id="29" name="TextBox 28">
            <a:extLst>
              <a:ext uri="{FF2B5EF4-FFF2-40B4-BE49-F238E27FC236}">
                <a16:creationId xmlns:a16="http://schemas.microsoft.com/office/drawing/2014/main" id="{E8FCEC45-1897-1102-C9E0-28467FB18AC9}"/>
              </a:ext>
            </a:extLst>
          </p:cNvPr>
          <p:cNvSpPr txBox="1"/>
          <p:nvPr/>
        </p:nvSpPr>
        <p:spPr>
          <a:xfrm>
            <a:off x="2914650" y="3136612"/>
            <a:ext cx="6875318" cy="584775"/>
          </a:xfrm>
          <a:prstGeom prst="rect">
            <a:avLst/>
          </a:prstGeom>
          <a:noFill/>
        </p:spPr>
        <p:txBody>
          <a:bodyPr wrap="square">
            <a:spAutoFit/>
          </a:bodyPr>
          <a:lstStyle/>
          <a:p>
            <a:pPr algn="ctr"/>
            <a:r>
              <a:rPr lang="en-IN"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Recruitment Management System</a:t>
            </a:r>
          </a:p>
        </p:txBody>
      </p:sp>
      <p:sp>
        <p:nvSpPr>
          <p:cNvPr id="31" name="Rectangle 30">
            <a:extLst>
              <a:ext uri="{FF2B5EF4-FFF2-40B4-BE49-F238E27FC236}">
                <a16:creationId xmlns:a16="http://schemas.microsoft.com/office/drawing/2014/main" id="{79E413EE-F442-E98F-15E8-1E4852347C79}"/>
              </a:ext>
            </a:extLst>
          </p:cNvPr>
          <p:cNvSpPr/>
          <p:nvPr/>
        </p:nvSpPr>
        <p:spPr>
          <a:xfrm rot="10800000" flipV="1">
            <a:off x="392420" y="4121498"/>
            <a:ext cx="11697980" cy="1015663"/>
          </a:xfrm>
          <a:prstGeom prst="rect">
            <a:avLst/>
          </a:prstGeom>
          <a:noFill/>
        </p:spPr>
        <p:txBody>
          <a:bodyPr wrap="square" lIns="91440" tIns="45720" rIns="91440" bIns="45720">
            <a:spAutoFit/>
          </a:bodyPr>
          <a:lstStyle/>
          <a:p>
            <a:pPr algn="just"/>
            <a:r>
              <a:rPr lang="en-US" sz="20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SUBMITTED BY:                                                                      			                         SUBMITTED </a:t>
            </a:r>
          </a:p>
          <a:p>
            <a:pPr algn="just"/>
            <a:r>
              <a:rPr lang="en-US" sz="20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CHELUVE GOWDA N [U03DQ22S0152]                                                                           Dr. MEENAKSHI T</a:t>
            </a:r>
          </a:p>
          <a:p>
            <a:pPr algn="just"/>
            <a:r>
              <a:rPr lang="en-US" sz="20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SHWETHA T C [U03DQ22S0036]</a:t>
            </a:r>
            <a:endParaRPr lang="en-IN" sz="20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32" name="Rectangle 31">
            <a:extLst>
              <a:ext uri="{FF2B5EF4-FFF2-40B4-BE49-F238E27FC236}">
                <a16:creationId xmlns:a16="http://schemas.microsoft.com/office/drawing/2014/main" id="{C634B689-952A-998E-9306-A23E603E91B5}"/>
              </a:ext>
            </a:extLst>
          </p:cNvPr>
          <p:cNvSpPr/>
          <p:nvPr/>
        </p:nvSpPr>
        <p:spPr>
          <a:xfrm>
            <a:off x="232295" y="6122048"/>
            <a:ext cx="11858105" cy="338554"/>
          </a:xfrm>
          <a:prstGeom prst="rect">
            <a:avLst/>
          </a:prstGeom>
          <a:noFill/>
        </p:spPr>
        <p:txBody>
          <a:bodyPr wrap="square" lIns="91440" tIns="45720" rIns="91440" bIns="45720">
            <a:spAutoFit/>
          </a:bodyPr>
          <a:lstStyle/>
          <a:p>
            <a:pPr algn="just"/>
            <a:r>
              <a:rPr lang="en-US" sz="16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HOD                                                                                                                                                                                                                                                   PRINCIPAL</a:t>
            </a:r>
          </a:p>
        </p:txBody>
      </p:sp>
    </p:spTree>
    <p:extLst>
      <p:ext uri="{BB962C8B-B14F-4D97-AF65-F5344CB8AC3E}">
        <p14:creationId xmlns:p14="http://schemas.microsoft.com/office/powerpoint/2010/main" val="3820482043"/>
      </p:ext>
    </p:extLst>
  </p:cSld>
  <p:clrMapOvr>
    <a:masterClrMapping/>
  </p:clrMapOvr>
  <mc:AlternateContent xmlns:mc="http://schemas.openxmlformats.org/markup-compatibility/2006">
    <mc:Choice xmlns:p14="http://schemas.microsoft.com/office/powerpoint/2010/main" Requires="p14">
      <p:transition spd="slow" p14:dur="2000" advTm="13770"/>
    </mc:Choice>
    <mc:Fallback>
      <p:transition spd="slow" advTm="1377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4A9B10F-A62A-2B0C-B882-EE02B9235B4A}"/>
              </a:ext>
            </a:extLst>
          </p:cNvPr>
          <p:cNvSpPr/>
          <p:nvPr/>
        </p:nvSpPr>
        <p:spPr>
          <a:xfrm>
            <a:off x="3501026" y="0"/>
            <a:ext cx="5189947" cy="923330"/>
          </a:xfrm>
          <a:prstGeom prst="rect">
            <a:avLst/>
          </a:prstGeom>
          <a:noFill/>
        </p:spPr>
        <p:txBody>
          <a:bodyPr wrap="none" lIns="91440" tIns="45720" rIns="91440" bIns="45720">
            <a:spAutoFit/>
          </a:bodyPr>
          <a:lstStyle/>
          <a:p>
            <a:pPr algn="ctr"/>
            <a:r>
              <a:rPr lang="en-IN" sz="5400" b="1" dirty="0">
                <a:ln w="9525">
                  <a:solidFill>
                    <a:schemeClr val="bg1"/>
                  </a:solidFill>
                  <a:prstDash val="solid"/>
                </a:ln>
                <a:effectLst>
                  <a:outerShdw blurRad="12700" dist="38100" dir="2700000" algn="tl" rotWithShape="0">
                    <a:schemeClr val="bg1">
                      <a:lumMod val="50000"/>
                    </a:schemeClr>
                  </a:outerShdw>
                </a:effectLst>
              </a:rPr>
              <a:t>INTRODUCTION</a:t>
            </a:r>
          </a:p>
        </p:txBody>
      </p:sp>
      <p:sp>
        <p:nvSpPr>
          <p:cNvPr id="10" name="TextBox 9">
            <a:extLst>
              <a:ext uri="{FF2B5EF4-FFF2-40B4-BE49-F238E27FC236}">
                <a16:creationId xmlns:a16="http://schemas.microsoft.com/office/drawing/2014/main" id="{DCC52569-D659-A365-F3E9-C72B42C5D539}"/>
              </a:ext>
            </a:extLst>
          </p:cNvPr>
          <p:cNvSpPr txBox="1"/>
          <p:nvPr/>
        </p:nvSpPr>
        <p:spPr>
          <a:xfrm>
            <a:off x="137884" y="1295117"/>
            <a:ext cx="11916229" cy="5262979"/>
          </a:xfrm>
          <a:prstGeom prst="rect">
            <a:avLst/>
          </a:prstGeom>
          <a:noFill/>
        </p:spPr>
        <p:txBody>
          <a:bodyPr wrap="square">
            <a:spAutoFit/>
          </a:bodyPr>
          <a:lstStyle/>
          <a:p>
            <a:pPr algn="just"/>
            <a:r>
              <a:rPr lang="en-US" sz="2800" dirty="0">
                <a:solidFill>
                  <a:schemeClr val="bg1">
                    <a:lumMod val="50000"/>
                  </a:schemeClr>
                </a:solidFill>
                <a:latin typeface="Rockwell" panose="02060603020205020403" pitchFamily="18" charset="0"/>
              </a:rPr>
              <a:t>A </a:t>
            </a:r>
            <a:r>
              <a:rPr lang="en-US" sz="2800" b="1" dirty="0">
                <a:latin typeface="Rockwell" panose="02060603020205020403" pitchFamily="18" charset="0"/>
              </a:rPr>
              <a:t>management system</a:t>
            </a:r>
            <a:r>
              <a:rPr lang="en-US" sz="2800" dirty="0">
                <a:latin typeface="Rockwell" panose="02060603020205020403" pitchFamily="18" charset="0"/>
              </a:rPr>
              <a:t> </a:t>
            </a:r>
            <a:r>
              <a:rPr lang="en-US" sz="2800" dirty="0">
                <a:solidFill>
                  <a:schemeClr val="bg1">
                    <a:lumMod val="50000"/>
                  </a:schemeClr>
                </a:solidFill>
                <a:latin typeface="Rockwell" panose="02060603020205020403" pitchFamily="18" charset="0"/>
              </a:rPr>
              <a:t>is a framework of processes, procedures, and tools used to organize, control, and improve different aspects of an organization or project. It helps streamline operations, manage data efficiently, and ensure that goals are met effectively. </a:t>
            </a:r>
          </a:p>
          <a:p>
            <a:pPr algn="just"/>
            <a:endParaRPr lang="en-US" sz="2800" dirty="0">
              <a:solidFill>
                <a:schemeClr val="bg1">
                  <a:lumMod val="50000"/>
                </a:schemeClr>
              </a:solidFill>
              <a:latin typeface="Rockwell" panose="02060603020205020403" pitchFamily="18" charset="0"/>
            </a:endParaRPr>
          </a:p>
          <a:p>
            <a:pPr algn="just"/>
            <a:r>
              <a:rPr lang="en-US" sz="2800" b="0" i="0" dirty="0">
                <a:solidFill>
                  <a:schemeClr val="bg1">
                    <a:lumMod val="50000"/>
                  </a:schemeClr>
                </a:solidFill>
                <a:effectLst/>
                <a:latin typeface="Rockwell" panose="02060603020205020403" pitchFamily="18" charset="0"/>
              </a:rPr>
              <a:t>Recruitment Management System (RMS) </a:t>
            </a:r>
            <a:r>
              <a:rPr lang="en-US" sz="2800" dirty="0">
                <a:solidFill>
                  <a:schemeClr val="bg1">
                    <a:lumMod val="50000"/>
                  </a:schemeClr>
                </a:solidFill>
                <a:latin typeface="Rockwell" panose="02060603020205020403" pitchFamily="18" charset="0"/>
              </a:rPr>
              <a:t>t</a:t>
            </a:r>
            <a:r>
              <a:rPr lang="en-US" sz="2800" b="0" i="0" dirty="0">
                <a:solidFill>
                  <a:schemeClr val="bg1">
                    <a:lumMod val="50000"/>
                  </a:schemeClr>
                </a:solidFill>
                <a:effectLst/>
                <a:latin typeface="Rockwell" panose="02060603020205020403" pitchFamily="18" charset="0"/>
              </a:rPr>
              <a:t>his system will give the company a qualified employee for them. Users who need jobs go to browse jobs page and see all their required tasks. This page shows the category of employment list like food and restaurant, construction technology, fashion, and design, etc. Eventually, they can see full time and part-time jobs. They need to sign up for the system. And then login to the system. </a:t>
            </a:r>
          </a:p>
        </p:txBody>
      </p:sp>
    </p:spTree>
    <p:extLst>
      <p:ext uri="{BB962C8B-B14F-4D97-AF65-F5344CB8AC3E}">
        <p14:creationId xmlns:p14="http://schemas.microsoft.com/office/powerpoint/2010/main" val="3037225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44B234-C0AA-4AE2-2364-EF840622F90B}"/>
              </a:ext>
            </a:extLst>
          </p:cNvPr>
          <p:cNvSpPr txBox="1"/>
          <p:nvPr/>
        </p:nvSpPr>
        <p:spPr>
          <a:xfrm>
            <a:off x="159657" y="130629"/>
            <a:ext cx="11930743" cy="2677656"/>
          </a:xfrm>
          <a:prstGeom prst="rect">
            <a:avLst/>
          </a:prstGeom>
          <a:noFill/>
        </p:spPr>
        <p:txBody>
          <a:bodyPr wrap="square">
            <a:spAutoFit/>
          </a:bodyPr>
          <a:lstStyle/>
          <a:p>
            <a:pPr algn="just"/>
            <a:r>
              <a:rPr lang="en-US" sz="2800" b="0" i="0" dirty="0">
                <a:solidFill>
                  <a:schemeClr val="bg1">
                    <a:lumMod val="50000"/>
                  </a:schemeClr>
                </a:solidFill>
                <a:effectLst/>
                <a:latin typeface="Rockwell" panose="02060603020205020403" pitchFamily="18" charset="0"/>
              </a:rPr>
              <a:t>The Recruitment Management System is a dynamic platform designed to streamline the job search process for both job seekers and employers alike. Imagine having access to a vast array of job opportunities, conveniently categorized to suit your preferences. Whether you’re seeking full-time employment or part-time gigs, this system has you covered.</a:t>
            </a:r>
            <a:endParaRPr lang="en-IN" sz="2800" dirty="0">
              <a:solidFill>
                <a:schemeClr val="bg1">
                  <a:lumMod val="50000"/>
                </a:schemeClr>
              </a:solidFill>
              <a:latin typeface="Rockwell" panose="02060603020205020403" pitchFamily="18" charset="0"/>
            </a:endParaRPr>
          </a:p>
        </p:txBody>
      </p:sp>
    </p:spTree>
    <p:extLst>
      <p:ext uri="{BB962C8B-B14F-4D97-AF65-F5344CB8AC3E}">
        <p14:creationId xmlns:p14="http://schemas.microsoft.com/office/powerpoint/2010/main" val="4005570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0431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234</Words>
  <Application>Microsoft Office PowerPoint</Application>
  <PresentationFormat>Widescreen</PresentationFormat>
  <Paragraphs>14</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Rockwell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cheluve gowda</dc:creator>
  <cp:lastModifiedBy>cheluve gowda</cp:lastModifiedBy>
  <cp:revision>1</cp:revision>
  <dcterms:created xsi:type="dcterms:W3CDTF">2025-02-11T17:47:16Z</dcterms:created>
  <dcterms:modified xsi:type="dcterms:W3CDTF">2025-02-11T17:47:17Z</dcterms:modified>
</cp:coreProperties>
</file>