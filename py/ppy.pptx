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Online Job Finder System in PHP MySQL</a:t>
            </a:r>
          </a:p>
        </p:txBody>
      </p:sp>
      <p:sp>
        <p:nvSpPr>
          <p:cNvPr id="3" name="Subtitle 2"/>
          <p:cNvSpPr>
            <a:spLocks noGrp="1"/>
          </p:cNvSpPr>
          <p:nvPr>
            <p:ph type="subTitle" idx="1"/>
          </p:nvPr>
        </p:nvSpPr>
        <p:spPr/>
        <p:txBody>
          <a:bodyPr/>
          <a:lstStyle/>
          <a:p>
            <a:r>
              <a:t>Your Gateway to Landing the Job of Your Dreams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About Online Job Finder System Project</a:t>
            </a:r>
          </a:p>
        </p:txBody>
      </p:sp>
      <p:sp>
        <p:nvSpPr>
          <p:cNvPr id="3" name="Content Placeholder 2"/>
          <p:cNvSpPr>
            <a:spLocks noGrp="1"/>
          </p:cNvSpPr>
          <p:nvPr>
            <p:ph idx="1"/>
          </p:nvPr>
        </p:nvSpPr>
        <p:spPr/>
        <p:txBody>
          <a:bodyPr/>
          <a:lstStyle/>
          <a:p>
            <a:r>
              <a:t>The Online Job Finder System in PHP MySQL Free Source Code is a platform where users can search for jobs. It provides companies with qualified employees and allows users to browse jobs based on categories like food, construction, fashion, etc. Users can view full-time and part-time jobs, sign up, and log in to the system. The system is developed using PHP and MySQL.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Online Job Finder System Features</a:t>
            </a:r>
          </a:p>
        </p:txBody>
      </p:sp>
      <p:sp>
        <p:nvSpPr>
          <p:cNvPr id="3" name="Content Placeholder 2"/>
          <p:cNvSpPr>
            <a:spLocks noGrp="1"/>
          </p:cNvSpPr>
          <p:nvPr>
            <p:ph idx="1"/>
          </p:nvPr>
        </p:nvSpPr>
        <p:spPr/>
        <p:txBody>
          <a:bodyPr/>
          <a:lstStyle/>
          <a:p>
            <a:r>
              <a:t>1. Advanced Search Filters</a:t>
            </a:r>
          </a:p>
          <a:p>
            <a:r>
              <a:t>2. Real-Time Job Updates</a:t>
            </a:r>
          </a:p>
          <a:p>
            <a:r>
              <a:t>3. Interactive Job Map</a:t>
            </a:r>
          </a:p>
          <a:p>
            <a:r>
              <a:t>4. Employer Profiles and Reviews</a:t>
            </a:r>
          </a:p>
          <a:p>
            <a:r>
              <a:t>5. Mobile-Friendly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Advanced Search Filters</a:t>
            </a:r>
          </a:p>
        </p:txBody>
      </p:sp>
      <p:sp>
        <p:nvSpPr>
          <p:cNvPr id="3" name="Content Placeholder 2"/>
          <p:cNvSpPr>
            <a:spLocks noGrp="1"/>
          </p:cNvSpPr>
          <p:nvPr>
            <p:ph idx="1"/>
          </p:nvPr>
        </p:nvSpPr>
        <p:spPr/>
        <p:txBody>
          <a:bodyPr/>
          <a:lstStyle/>
          <a:p>
            <a:r>
              <a:t>Refine your job search based on location, industry, salary range, and job type. This feature ensures you see opportunities that align with your needs and qualifications.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Real-Time Job Updates</a:t>
            </a:r>
          </a:p>
        </p:txBody>
      </p:sp>
      <p:sp>
        <p:nvSpPr>
          <p:cNvPr id="3" name="Content Placeholder 2"/>
          <p:cNvSpPr>
            <a:spLocks noGrp="1"/>
          </p:cNvSpPr>
          <p:nvPr>
            <p:ph idx="1"/>
          </p:nvPr>
        </p:nvSpPr>
        <p:spPr/>
        <p:txBody>
          <a:bodyPr/>
          <a:lstStyle/>
          <a:p>
            <a:r>
              <a:t>Stay updated with the latest job listings in real-time. Whether you're looking for full-time, part-time, or freelance opportunities, our platform keeps you informed.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Interactive Job Map</a:t>
            </a:r>
          </a:p>
        </p:txBody>
      </p:sp>
      <p:sp>
        <p:nvSpPr>
          <p:cNvPr id="3" name="Content Placeholder 2"/>
          <p:cNvSpPr>
            <a:spLocks noGrp="1"/>
          </p:cNvSpPr>
          <p:nvPr>
            <p:ph idx="1"/>
          </p:nvPr>
        </p:nvSpPr>
        <p:spPr/>
        <p:txBody>
          <a:bodyPr/>
          <a:lstStyle/>
          <a:p>
            <a:r>
              <a:t>Explore job opportunities geographically using our interactive job map. Identify potential opportunities in your local area or consider relocation.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Employer Profiles and Reviews</a:t>
            </a:r>
          </a:p>
        </p:txBody>
      </p:sp>
      <p:sp>
        <p:nvSpPr>
          <p:cNvPr id="3" name="Content Placeholder 2"/>
          <p:cNvSpPr>
            <a:spLocks noGrp="1"/>
          </p:cNvSpPr>
          <p:nvPr>
            <p:ph idx="1"/>
          </p:nvPr>
        </p:nvSpPr>
        <p:spPr/>
        <p:txBody>
          <a:bodyPr/>
          <a:lstStyle/>
          <a:p>
            <a:r>
              <a:t>Evaluate potential employers with detailed profiles including company culture, values, and employee satisfaction ratings. Read and leave reviews to foster trust.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Mobile-Friendly Interface</a:t>
            </a:r>
          </a:p>
        </p:txBody>
      </p:sp>
      <p:sp>
        <p:nvSpPr>
          <p:cNvPr id="3" name="Content Placeholder 2"/>
          <p:cNvSpPr>
            <a:spLocks noGrp="1"/>
          </p:cNvSpPr>
          <p:nvPr>
            <p:ph idx="1"/>
          </p:nvPr>
        </p:nvSpPr>
        <p:spPr/>
        <p:txBody>
          <a:bodyPr/>
          <a:lstStyle/>
          <a:p>
            <a:r>
              <a:t>Search for jobs on the go with our mobile-optimized platform. Access from your smartphone or tablet with ease, anytime, anywhere.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Getting Started with the Online Job Finder System</a:t>
            </a:r>
          </a:p>
        </p:txBody>
      </p:sp>
      <p:sp>
        <p:nvSpPr>
          <p:cNvPr id="3" name="Content Placeholder 2"/>
          <p:cNvSpPr>
            <a:spLocks noGrp="1"/>
          </p:cNvSpPr>
          <p:nvPr>
            <p:ph idx="1"/>
          </p:nvPr>
        </p:nvSpPr>
        <p:spPr/>
        <p:txBody>
          <a:bodyPr/>
          <a:lstStyle/>
          <a:p>
            <a:r>
              <a:t>Step 1: Create Your Profile</a:t>
            </a:r>
          </a:p>
          <a:p>
            <a:r>
              <a:t>Step 2: Explore Job Listings</a:t>
            </a:r>
          </a:p>
          <a:p>
            <a:r>
              <a:t>Step 3: Apply to Jobs</a:t>
            </a:r>
          </a:p>
          <a:p>
            <a:r>
              <a:t>Step 4: Network and Connect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Tools Used</a:t>
            </a:r>
          </a:p>
        </p:txBody>
      </p:sp>
      <p:sp>
        <p:nvSpPr>
          <p:cNvPr id="3" name="Content Placeholder 2"/>
          <p:cNvSpPr>
            <a:spLocks noGrp="1"/>
          </p:cNvSpPr>
          <p:nvPr>
            <p:ph idx="1"/>
          </p:nvPr>
        </p:nvSpPr>
        <p:spPr/>
        <p:txBody>
          <a:bodyPr/>
          <a:lstStyle/>
          <a:p>
            <a:r>
              <a:t>HTML: Page layout and design</a:t>
            </a:r>
          </a:p>
          <a:p>
            <a:r>
              <a:t>CSS: Design</a:t>
            </a:r>
          </a:p>
          <a:p>
            <a:r>
              <a:t>JavaScript: Frontend</a:t>
            </a:r>
          </a:p>
          <a:p>
            <a:r>
              <a:t>PHP: Backend</a:t>
            </a:r>
          </a:p>
          <a:p>
            <a:r>
              <a:t>Bootstrap</a:t>
            </a:r>
          </a:p>
          <a:p>
            <a:r>
              <a:t>MySQL: Database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Online Job Finder System Flowchart</a:t>
            </a:r>
          </a:p>
        </p:txBody>
      </p:sp>
      <p:sp>
        <p:nvSpPr>
          <p:cNvPr id="3" name="Content Placeholder 2"/>
          <p:cNvSpPr>
            <a:spLocks noGrp="1"/>
          </p:cNvSpPr>
          <p:nvPr>
            <p:ph idx="1"/>
          </p:nvPr>
        </p:nvSpPr>
        <p:spPr/>
        <p:txBody>
          <a:bodyPr/>
          <a:lstStyle/>
          <a:p>
            <a:r>
              <a:t>1. Start</a:t>
            </a:r>
          </a:p>
          <a:p>
            <a:r>
              <a:t>2. Sign Up</a:t>
            </a:r>
          </a:p>
          <a:p>
            <a:r>
              <a:t>3. Profile Creation</a:t>
            </a:r>
          </a:p>
          <a:p>
            <a:r>
              <a:t>4. Explore Job Listings</a:t>
            </a:r>
          </a:p>
          <a:p>
            <a:r>
              <a:t>5. Job Matches and Applications</a:t>
            </a:r>
          </a:p>
          <a:p>
            <a:r>
              <a:t>6. Application Status and Interview Scheduling</a:t>
            </a:r>
          </a:p>
          <a:p>
            <a:r>
              <a:t>7. Interactive Job Map with Location Preferences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Online Job Finder System ER Diagram</a:t>
            </a:r>
          </a:p>
        </p:txBody>
      </p:sp>
      <p:sp>
        <p:nvSpPr>
          <p:cNvPr id="3" name="Content Placeholder 2"/>
          <p:cNvSpPr>
            <a:spLocks noGrp="1"/>
          </p:cNvSpPr>
          <p:nvPr>
            <p:ph idx="1"/>
          </p:nvPr>
        </p:nvSpPr>
        <p:spPr/>
        <p:txBody>
          <a:bodyPr/>
          <a:lstStyle/>
          <a:p>
            <a:r>
              <a:t>Entities:</a:t>
            </a:r>
          </a:p>
          <a:p>
            <a:r>
              <a:t>- USER: UserID, Username, Email, Skills, etc.</a:t>
            </a:r>
          </a:p>
          <a:p>
            <a:r>
              <a:t>- JOB: JobID, Title, Description, Location, etc.</a:t>
            </a:r>
          </a:p>
          <a:p>
            <a:r>
              <a:t>- APPLICATION: ApplicationID, UserID, JobID, Status, etc.</a:t>
            </a:r>
          </a:p>
          <a:p>
            <a:r>
              <a:t>- REVIEW: ReviewID, UserID, Company, Rating, Comment</a:t>
            </a:r>
          </a:p>
          <a:p/>
          <a:p>
            <a:r>
              <a:t>Relationships:</a:t>
            </a:r>
          </a:p>
          <a:p>
            <a:r>
              <a:t>- USER to APPLICATION: One-to-Many</a:t>
            </a:r>
          </a:p>
          <a:p>
            <a:r>
              <a:t>- USER to REVIEW: One-to-Many</a:t>
            </a:r>
          </a:p>
          <a:p>
            <a:r>
              <a:t>- JOB to APPLICATION: One-to-Many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Online Job Finder System simplifies and enhances your job search experience. With advanced features like real-time updates, interactive maps, and employer reviews, this system ensures you find the right job quickly and efficiently.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